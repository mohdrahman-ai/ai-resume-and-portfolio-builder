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0" r:id="rId13"/>
    <p:sldId id="2146847061" r:id="rId14"/>
    <p:sldId id="2146847062" r:id="rId15"/>
    <p:sldId id="2146847064" r:id="rId16"/>
    <p:sldId id="268" r:id="rId17"/>
    <p:sldId id="2146847055" r:id="rId18"/>
    <p:sldId id="269" r:id="rId19"/>
    <p:sldId id="2146847058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ed Abdul Rahman" initials="MA" lastIdx="1" clrIdx="0">
    <p:extLst>
      <p:ext uri="{19B8F6BF-5375-455C-9EA6-DF929625EA0E}">
        <p15:presenceInfo xmlns:p15="http://schemas.microsoft.com/office/powerpoint/2012/main" userId="99b3a971768346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561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6/20/2026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-resume-and-portfolio-builder-09.streamlit.app/" TargetMode="External"/><Relationship Id="rId2" Type="http://schemas.openxmlformats.org/officeDocument/2006/relationships/hyperlink" Target="https://github.com/mohdrahman-ai/AI-Resume-and-Portfolio-Builde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7" Type="http://schemas.openxmlformats.org/officeDocument/2006/relationships/hyperlink" Target="https://www.python.org/downloads/release/python-3119/-" TargetMode="External"/><Relationship Id="rId2" Type="http://schemas.openxmlformats.org/officeDocument/2006/relationships/hyperlink" Target="https://streamli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reamlit.io/cloud" TargetMode="Externa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s://docs.python.org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i-resume-and-portfolio-builder-09.streamlit.app/" TargetMode="External"/><Relationship Id="rId2" Type="http://schemas.openxmlformats.org/officeDocument/2006/relationships/hyperlink" Target="https://github.com/mohdrahman-ai/AI-Resume-and-Portfolio-Builde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1634"/>
            <a:ext cx="9144000" cy="977778"/>
          </a:xfrm>
        </p:spPr>
        <p:txBody>
          <a:bodyPr/>
          <a:lstStyle/>
          <a:p>
            <a:pPr algn="ctr"/>
            <a:r>
              <a:rPr lang="en-IN" dirty="0"/>
              <a:t>AI Resume &amp; Portfolio Builder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1507" y="3515355"/>
            <a:ext cx="103859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Student Name -  Mohammed Abdul Rahman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College Name – JNTUH University College of Engineering 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Palair</a:t>
            </a:r>
            <a:endParaRPr lang="en-US" sz="2400" b="1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Department – Computer Science Engineering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81" y="1091381"/>
            <a:ext cx="11029616" cy="255638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1C590-CB9D-C401-96DA-1569351663BA}"/>
              </a:ext>
            </a:extLst>
          </p:cNvPr>
          <p:cNvSpPr txBox="1"/>
          <p:nvPr/>
        </p:nvSpPr>
        <p:spPr>
          <a:xfrm>
            <a:off x="621491" y="1582340"/>
            <a:ext cx="105381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Many students struggle to present their skills and projects in an attractive, professional format. Generic resume templates don’t highlight individual strengths. A generative AI solution is needed that can automatically generate tailored resumes, cover letters, and portfolios based on student data, improving job and internship opportunities. </a:t>
            </a:r>
          </a:p>
          <a:p>
            <a:endParaRPr lang="en-US" sz="2400" dirty="0"/>
          </a:p>
          <a:p>
            <a:r>
              <a:rPr lang="en-IN" sz="2400" dirty="0"/>
              <a:t>Common issues include:</a:t>
            </a:r>
          </a:p>
          <a:p>
            <a:r>
              <a:rPr lang="en-IN" sz="2400" dirty="0"/>
              <a:t>- Lack of resume-building knowledge </a:t>
            </a:r>
          </a:p>
          <a:p>
            <a:r>
              <a:rPr lang="en-IN" sz="2400" dirty="0"/>
              <a:t>- Poor formatting and structure </a:t>
            </a:r>
          </a:p>
          <a:p>
            <a:r>
              <a:rPr lang="en-IN" sz="2400" dirty="0"/>
              <a:t>- Difficulty showcasing skills and projects </a:t>
            </a:r>
          </a:p>
          <a:p>
            <a:r>
              <a:rPr lang="en-IN" sz="2400" dirty="0"/>
              <a:t>- Low ATS compatibility </a:t>
            </a:r>
          </a:p>
          <a:p>
            <a:endParaRPr lang="en-IN" sz="2400" dirty="0"/>
          </a:p>
          <a:p>
            <a:r>
              <a:rPr lang="en-IN" sz="2400" dirty="0"/>
              <a:t>These challenges reduce opportunities for internships and placements.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22230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39CD9-8942-C570-0DF3-45388460A0A5}"/>
              </a:ext>
            </a:extLst>
          </p:cNvPr>
          <p:cNvSpPr txBox="1"/>
          <p:nvPr/>
        </p:nvSpPr>
        <p:spPr>
          <a:xfrm>
            <a:off x="581192" y="1617674"/>
            <a:ext cx="978946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Develop an AI Resume &amp; Portfolio Builder web application using </a:t>
            </a:r>
            <a:r>
              <a:rPr lang="en-IN" sz="2400" dirty="0" err="1"/>
              <a:t>Streamlit</a:t>
            </a:r>
            <a:r>
              <a:rPr lang="en-IN" sz="2400" dirty="0"/>
              <a:t> and Python that helps users:</a:t>
            </a:r>
          </a:p>
          <a:p>
            <a:endParaRPr lang="en-IN" sz="2400" dirty="0"/>
          </a:p>
          <a:p>
            <a:r>
              <a:rPr lang="en-IN" sz="2400" dirty="0"/>
              <a:t>- Create professional resumes instantly </a:t>
            </a:r>
          </a:p>
          <a:p>
            <a:r>
              <a:rPr lang="en-IN" sz="2400" dirty="0"/>
              <a:t>- Organize educational and project details </a:t>
            </a:r>
          </a:p>
          <a:p>
            <a:r>
              <a:rPr lang="en-IN" sz="2400" dirty="0"/>
              <a:t>- </a:t>
            </a:r>
            <a:r>
              <a:rPr lang="en-IN" sz="2400" dirty="0" err="1"/>
              <a:t>Analyze</a:t>
            </a:r>
            <a:r>
              <a:rPr lang="en-IN" sz="2400" dirty="0"/>
              <a:t> skills and suggest suitable career roles </a:t>
            </a:r>
          </a:p>
          <a:p>
            <a:r>
              <a:rPr lang="en-IN" sz="2400" dirty="0"/>
              <a:t>- Estimate ATS scores </a:t>
            </a:r>
          </a:p>
          <a:p>
            <a:r>
              <a:rPr lang="en-IN" sz="2400" dirty="0"/>
              <a:t>- Download generated resumes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69355"/>
            <a:ext cx="8975763" cy="5121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b="1" dirty="0"/>
              <a:t>Frontend</a:t>
            </a:r>
          </a:p>
          <a:p>
            <a:r>
              <a:rPr lang="en-IN" sz="1800" dirty="0" err="1"/>
              <a:t>Streamlit</a:t>
            </a:r>
            <a:r>
              <a:rPr lang="en-IN" sz="1800" dirty="0"/>
              <a:t> Interface </a:t>
            </a:r>
          </a:p>
          <a:p>
            <a:r>
              <a:rPr lang="en-IN" sz="1800" dirty="0"/>
              <a:t>User Input Forms </a:t>
            </a:r>
          </a:p>
          <a:p>
            <a:pPr marL="0" indent="0">
              <a:buNone/>
            </a:pPr>
            <a:r>
              <a:rPr lang="en-IN" sz="1800" b="1" dirty="0"/>
              <a:t>Backend</a:t>
            </a:r>
          </a:p>
          <a:p>
            <a:r>
              <a:rPr lang="en-IN" sz="1800" dirty="0"/>
              <a:t>Python Logic </a:t>
            </a:r>
          </a:p>
          <a:p>
            <a:r>
              <a:rPr lang="en-IN" sz="1800" dirty="0"/>
              <a:t>Resume Generation Engine </a:t>
            </a:r>
          </a:p>
          <a:p>
            <a:r>
              <a:rPr lang="en-IN" sz="1800" dirty="0"/>
              <a:t>ATS Evaluation Module </a:t>
            </a:r>
          </a:p>
          <a:p>
            <a:pPr marL="0" indent="0">
              <a:buNone/>
            </a:pPr>
            <a:r>
              <a:rPr lang="en-IN" sz="1800" b="1" dirty="0"/>
              <a:t>Development Tools</a:t>
            </a:r>
          </a:p>
          <a:p>
            <a:r>
              <a:rPr lang="en-IN" sz="1800" dirty="0"/>
              <a:t>VS Code </a:t>
            </a:r>
          </a:p>
          <a:p>
            <a:r>
              <a:rPr lang="en-IN" sz="1800" dirty="0"/>
              <a:t>GitHub </a:t>
            </a:r>
          </a:p>
          <a:p>
            <a:r>
              <a:rPr lang="en-IN" sz="1800" dirty="0" err="1"/>
              <a:t>Streamlit</a:t>
            </a:r>
            <a:r>
              <a:rPr lang="en-IN" sz="1800" dirty="0"/>
              <a:t>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32452"/>
            <a:ext cx="9106019" cy="5121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800" b="1" dirty="0"/>
              <a:t>Algorithm</a:t>
            </a:r>
          </a:p>
          <a:p>
            <a:r>
              <a:rPr lang="en-IN" sz="1800" dirty="0"/>
              <a:t>Accept user details </a:t>
            </a:r>
          </a:p>
          <a:p>
            <a:r>
              <a:rPr lang="en-IN" sz="1800" dirty="0"/>
              <a:t>Process education, skills, projects, and certifications </a:t>
            </a:r>
          </a:p>
          <a:p>
            <a:r>
              <a:rPr lang="en-IN" sz="1800" dirty="0"/>
              <a:t>Generate formatted resume </a:t>
            </a:r>
          </a:p>
          <a:p>
            <a:r>
              <a:rPr lang="en-IN" sz="1800" dirty="0" err="1"/>
              <a:t>Analyze</a:t>
            </a:r>
            <a:r>
              <a:rPr lang="en-IN" sz="1800" dirty="0"/>
              <a:t> skills </a:t>
            </a:r>
          </a:p>
          <a:p>
            <a:r>
              <a:rPr lang="en-IN" sz="1800" dirty="0"/>
              <a:t>Display ATS score </a:t>
            </a:r>
          </a:p>
          <a:p>
            <a:r>
              <a:rPr lang="en-IN" sz="1800" dirty="0"/>
              <a:t>Recommend career roles </a:t>
            </a:r>
          </a:p>
          <a:p>
            <a:r>
              <a:rPr lang="en-IN" sz="1800" dirty="0"/>
              <a:t>Enable download option </a:t>
            </a:r>
          </a:p>
          <a:p>
            <a:pPr marL="0" indent="0">
              <a:buNone/>
            </a:pPr>
            <a:r>
              <a:rPr lang="en-IN" sz="1800" b="1" dirty="0"/>
              <a:t>Deployment</a:t>
            </a:r>
          </a:p>
          <a:p>
            <a:r>
              <a:rPr lang="en-IN" sz="1800" dirty="0"/>
              <a:t>GitHub Repository - </a:t>
            </a:r>
            <a:r>
              <a:rPr lang="en-IN" sz="1800" dirty="0">
                <a:hlinkClick r:id="rId2"/>
              </a:rPr>
              <a:t>https://github.com/mohdrahman-ai/AI-Resume-and-Portfolio-Builder</a:t>
            </a:r>
            <a:endParaRPr lang="en-IN" sz="1800" dirty="0"/>
          </a:p>
          <a:p>
            <a:r>
              <a:rPr lang="en-IN" sz="1800" dirty="0" err="1"/>
              <a:t>Streamlit</a:t>
            </a:r>
            <a:r>
              <a:rPr lang="en-IN" sz="1800" dirty="0"/>
              <a:t> Cloud </a:t>
            </a:r>
            <a:r>
              <a:rPr lang="en-IN" sz="1800" dirty="0">
                <a:hlinkClick r:id="rId3"/>
              </a:rPr>
              <a:t>- https://ai-resume-and-portfolio-builder-09.streamlit.app/</a:t>
            </a: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7212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D8904B-F949-8774-7987-26F7A7908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67840" y="1716580"/>
            <a:ext cx="8270240" cy="4745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93C532-CEFC-E070-0AF4-6B3C9B089F9E}"/>
              </a:ext>
            </a:extLst>
          </p:cNvPr>
          <p:cNvSpPr txBox="1"/>
          <p:nvPr/>
        </p:nvSpPr>
        <p:spPr>
          <a:xfrm>
            <a:off x="1406014" y="1209368"/>
            <a:ext cx="622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Streamlit</a:t>
            </a:r>
            <a:r>
              <a:rPr lang="en-IN" dirty="0"/>
              <a:t> AI Resume and Portfolio Builder app user interface -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12576-7B78-FB02-5558-50FA6EFB4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317522"/>
            <a:ext cx="9062720" cy="51239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A4DF68-20D0-A9E0-578F-C106E6548B3B}"/>
              </a:ext>
            </a:extLst>
          </p:cNvPr>
          <p:cNvSpPr txBox="1"/>
          <p:nvPr/>
        </p:nvSpPr>
        <p:spPr>
          <a:xfrm>
            <a:off x="3185651" y="727587"/>
            <a:ext cx="161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User Interface-</a:t>
            </a:r>
          </a:p>
        </p:txBody>
      </p:sp>
    </p:spTree>
    <p:extLst>
      <p:ext uri="{BB962C8B-B14F-4D97-AF65-F5344CB8AC3E}">
        <p14:creationId xmlns:p14="http://schemas.microsoft.com/office/powerpoint/2010/main" val="184284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6AAFC-CB23-6E11-3420-BE29C44D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54" y="1297858"/>
            <a:ext cx="10962640" cy="5288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F9935-D886-D4AE-9A82-C9062A7756CC}"/>
              </a:ext>
            </a:extLst>
          </p:cNvPr>
          <p:cNvSpPr txBox="1"/>
          <p:nvPr/>
        </p:nvSpPr>
        <p:spPr>
          <a:xfrm>
            <a:off x="1170039" y="609600"/>
            <a:ext cx="244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Input-</a:t>
            </a:r>
          </a:p>
        </p:txBody>
      </p:sp>
    </p:spTree>
    <p:extLst>
      <p:ext uri="{BB962C8B-B14F-4D97-AF65-F5344CB8AC3E}">
        <p14:creationId xmlns:p14="http://schemas.microsoft.com/office/powerpoint/2010/main" val="240295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A2069-9F94-6828-1901-6A62266C3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6" y="1120877"/>
            <a:ext cx="10712246" cy="5357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F96486-2EA6-26D9-2F1D-37BB5A15A911}"/>
              </a:ext>
            </a:extLst>
          </p:cNvPr>
          <p:cNvSpPr txBox="1"/>
          <p:nvPr/>
        </p:nvSpPr>
        <p:spPr>
          <a:xfrm>
            <a:off x="1160206" y="597657"/>
            <a:ext cx="1141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Input -</a:t>
            </a:r>
          </a:p>
        </p:txBody>
      </p:sp>
    </p:spTree>
    <p:extLst>
      <p:ext uri="{BB962C8B-B14F-4D97-AF65-F5344CB8AC3E}">
        <p14:creationId xmlns:p14="http://schemas.microsoft.com/office/powerpoint/2010/main" val="241700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FEF67-D634-03AD-4286-2F69E1F0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39" y="1386348"/>
            <a:ext cx="11502431" cy="5122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D6DC1-E5B1-A8EE-F75B-6572FD8B1CAC}"/>
              </a:ext>
            </a:extLst>
          </p:cNvPr>
          <p:cNvSpPr txBox="1"/>
          <p:nvPr/>
        </p:nvSpPr>
        <p:spPr>
          <a:xfrm>
            <a:off x="1002890" y="675660"/>
            <a:ext cx="4909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Result generated Successfully -</a:t>
            </a:r>
          </a:p>
        </p:txBody>
      </p:sp>
    </p:spTree>
    <p:extLst>
      <p:ext uri="{BB962C8B-B14F-4D97-AF65-F5344CB8AC3E}">
        <p14:creationId xmlns:p14="http://schemas.microsoft.com/office/powerpoint/2010/main" val="1535303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1B0A0-2C64-10C9-BA60-0926051F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4" y="1477460"/>
            <a:ext cx="11714480" cy="5191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88AA99-DA89-6EE3-4236-50C273957537}"/>
              </a:ext>
            </a:extLst>
          </p:cNvPr>
          <p:cNvSpPr txBox="1"/>
          <p:nvPr/>
        </p:nvSpPr>
        <p:spPr>
          <a:xfrm>
            <a:off x="238760" y="567805"/>
            <a:ext cx="11953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Resume created successfully with ATS score and Recommended role with Download Resume Option -</a:t>
            </a:r>
          </a:p>
        </p:txBody>
      </p:sp>
    </p:spTree>
    <p:extLst>
      <p:ext uri="{BB962C8B-B14F-4D97-AF65-F5344CB8AC3E}">
        <p14:creationId xmlns:p14="http://schemas.microsoft.com/office/powerpoint/2010/main" val="407190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/>
              <a:t>The AI Resume &amp; Portfolio Builder simplifies resume creation for students and job seekers.</a:t>
            </a:r>
          </a:p>
          <a:p>
            <a:pPr marL="0" indent="0">
              <a:buNone/>
            </a:pPr>
            <a:r>
              <a:rPr lang="en-IN" sz="2400" dirty="0"/>
              <a:t>The project successfully:</a:t>
            </a:r>
          </a:p>
          <a:p>
            <a:r>
              <a:rPr lang="en-IN" sz="2400" dirty="0"/>
              <a:t>Generates professional resumes </a:t>
            </a:r>
          </a:p>
          <a:p>
            <a:r>
              <a:rPr lang="en-IN" sz="2400" dirty="0"/>
              <a:t>Estimates ATS scores </a:t>
            </a:r>
          </a:p>
          <a:p>
            <a:r>
              <a:rPr lang="en-IN" sz="2400" dirty="0"/>
              <a:t>Recommends career paths </a:t>
            </a:r>
          </a:p>
          <a:p>
            <a:r>
              <a:rPr lang="en-IN" sz="2400" dirty="0"/>
              <a:t>Improves resume-building efficiency </a:t>
            </a:r>
          </a:p>
          <a:p>
            <a:r>
              <a:rPr lang="en-IN" sz="2400" dirty="0"/>
              <a:t>This project demonstrates the practical application of Python and </a:t>
            </a:r>
            <a:r>
              <a:rPr lang="en-IN" sz="2400" dirty="0" err="1"/>
              <a:t>Streamlit</a:t>
            </a:r>
            <a:r>
              <a:rPr lang="en-IN" sz="2400" dirty="0"/>
              <a:t> in solving real-world career development problems.</a:t>
            </a:r>
          </a:p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04" y="1217639"/>
            <a:ext cx="1120154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Integration with AI models to generate more professional and personalized resumes.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Support for exporting resumes in multiple formats such as PDF, DOCX, and HTML.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Advanced ATS (Applicant Tracking System) score analysis with detailed suggestions.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Automatic skill recommendations based on job descriptions.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Portfolio website generation alongside resume creation.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Integration with LinkedIn and GitHub for automatic profile data import.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Resume templates for different industries and career levels.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Multilingual resume generation to support global job applications.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 Real-time job role recommendations based on user skills and qualifications.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Cloud database integration to save and manage multiple resumes securely.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581192" y="5825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2"/>
              </a:rPr>
              <a:t>Streamlit</a:t>
            </a:r>
            <a:r>
              <a:rPr lang="en-US" dirty="0">
                <a:hlinkClick r:id="rId2"/>
              </a:rPr>
              <a:t> • A faster way to build and share data apps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B102B5-C178-6ABE-A0BF-4779FB149365}"/>
              </a:ext>
            </a:extLst>
          </p:cNvPr>
          <p:cNvSpPr txBox="1"/>
          <p:nvPr/>
        </p:nvSpPr>
        <p:spPr>
          <a:xfrm>
            <a:off x="649113" y="1443841"/>
            <a:ext cx="68530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</a:t>
            </a:r>
            <a:r>
              <a:rPr lang="en-IN" dirty="0" err="1"/>
              <a:t>Streamlit</a:t>
            </a:r>
            <a:r>
              <a:rPr lang="en-IN" dirty="0"/>
              <a:t> Documentation – </a:t>
            </a:r>
            <a:r>
              <a:rPr lang="en-IN" dirty="0">
                <a:hlinkClick r:id="rId3"/>
              </a:rPr>
              <a:t>https://docs.streamlit.io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Python Official Documentation – </a:t>
            </a:r>
            <a:r>
              <a:rPr lang="en-IN" dirty="0">
                <a:hlinkClick r:id="rId4"/>
              </a:rPr>
              <a:t>https://docs.python.org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- GitHub – </a:t>
            </a:r>
            <a:r>
              <a:rPr lang="en-IN" dirty="0">
                <a:hlinkClick r:id="rId5"/>
              </a:rPr>
              <a:t>https://github.com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- </a:t>
            </a:r>
            <a:r>
              <a:rPr lang="en-IN" dirty="0" err="1"/>
              <a:t>Streamlit</a:t>
            </a:r>
            <a:r>
              <a:rPr lang="en-IN" dirty="0"/>
              <a:t> Community Cloud – </a:t>
            </a:r>
            <a:r>
              <a:rPr lang="en-IN" dirty="0">
                <a:hlinkClick r:id="rId6"/>
              </a:rPr>
              <a:t>https://streamlit.io/cloud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- Visual Studio Code (VS Code) Online Python - https://code.visualstudio.com/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8620F-1BDF-DD4B-8777-39D3EE7B0FE5}"/>
              </a:ext>
            </a:extLst>
          </p:cNvPr>
          <p:cNvSpPr txBox="1"/>
          <p:nvPr/>
        </p:nvSpPr>
        <p:spPr>
          <a:xfrm>
            <a:off x="649113" y="2323365"/>
            <a:ext cx="75033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7"/>
              </a:rPr>
              <a:t>Python version - https://www.python.org/downloads/release/python-3119/-</a:t>
            </a:r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-639097"/>
            <a:ext cx="11029615" cy="6614447"/>
          </a:xfrm>
        </p:spPr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</a:t>
            </a:r>
            <a:r>
              <a:rPr lang="en-IN" dirty="0">
                <a:hlinkClick r:id="rId2"/>
              </a:rPr>
              <a:t>: https://github.com/mohdrahman-ai/AI-Resume-and-Portfolio-Builder</a:t>
            </a:r>
            <a:endParaRPr lang="en-IN" dirty="0"/>
          </a:p>
          <a:p>
            <a:r>
              <a:rPr lang="en-IN" dirty="0" err="1"/>
              <a:t>Streamlit</a:t>
            </a:r>
            <a:r>
              <a:rPr lang="en-IN" dirty="0"/>
              <a:t> Deployment Link: </a:t>
            </a:r>
            <a:r>
              <a:rPr lang="en-IN" dirty="0">
                <a:hlinkClick r:id="rId3"/>
              </a:rPr>
              <a:t>https://ai-resume-and-portfolio-builder-09.streamlit.app/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1128</TotalTime>
  <Words>588</Words>
  <Application>Microsoft Office PowerPoint</Application>
  <PresentationFormat>Widescreen</PresentationFormat>
  <Paragraphs>111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 Resume &amp; Portfolio Builder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Mohammed Abdul Rahman</cp:lastModifiedBy>
  <cp:revision>39</cp:revision>
  <dcterms:created xsi:type="dcterms:W3CDTF">2021-05-26T16:50:10Z</dcterms:created>
  <dcterms:modified xsi:type="dcterms:W3CDTF">2026-06-19T19:45:07Z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